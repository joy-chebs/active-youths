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0" cy="514350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502920"/>
            <a:ext cx="1097280" cy="10972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AY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JEUNESSEACTIVE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Active Youths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Entrepreneurship Mobile Platform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2286000" cy="0"/>
          </a:xfrm>
          <a:prstGeom prst="line">
            <a:avLst/>
          </a:prstGeom>
          <a:noFill/>
          <a:ln w="25400">
            <a:solidFill>
              <a:srgbClr val="C8F1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526280"/>
            <a:ext cx="45720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·  Software Architecture  ·  Group 40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4526280"/>
            <a:ext cx="37490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Leudjou N. Maxime  ·  Joy A. Chebegwen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Members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850392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54864" cy="13258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10512"/>
            <a:ext cx="804672" cy="80467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7190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Leudjou Nguepleu Maxime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508760" y="2194560"/>
            <a:ext cx="173736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194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ICTU20234264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194560"/>
            <a:ext cx="1371600" cy="347472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8503920" cy="132588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08960"/>
            <a:ext cx="54864" cy="132588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64992"/>
            <a:ext cx="804672" cy="804672"/>
          </a:xfrm>
          <a:prstGeom prst="ellipse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64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3273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Atehbih Chebegwen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508760" y="3749040"/>
            <a:ext cx="173736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3749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ICTU20234316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3749040"/>
            <a:ext cx="1371600" cy="347472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601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80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880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Methodology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601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9601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Application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92024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192024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API Coverage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88036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80360"/>
            <a:ext cx="50292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80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288036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YOUTH UNEMPLOYMENT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skilled young Africans lack structured platforms to monetize their services and reach clients.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6052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NO LOCAL DISCOVERY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08176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cannot quickly locate nearby, vetted service providers — no GPS-enabled local marketplace exists.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52928"/>
            <a:ext cx="416052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GLOBAL PLATFORMS DON'T 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and Fiverr lack localization, GPS search, and mobile-first UX tailored to the African context.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52928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52928"/>
            <a:ext cx="416052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529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FRAGMENTED COMMUNICATION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346704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use is unstructured — no ratings, no professional profiles, no accountability layer.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749040" cy="384048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JeunesseActive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mobile-first platform empowering young African entrepreneurs with GPS discovery, professional profiles, direct messaging, and a trust-based review ecosystem.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32004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Node.js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mobile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54864" cy="32004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Redis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4015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&amp; scalable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54864" cy="32004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8770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GPS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8770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9601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389888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389888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38988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system: Service Providers &amp; Employers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1956816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956816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95681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map with OpenStreetMap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2523744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523744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52374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— Node.js + Express + Prisma 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3090672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090672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309067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event-driven architecture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3657600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657600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6576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between users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4224528"/>
            <a:ext cx="438912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4224528"/>
            <a:ext cx="45720" cy="4754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22452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ratings &amp; push notification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HIGH-LEVEL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State Mgmt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74320" cy="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914400"/>
            <a:ext cx="2651760" cy="1554480"/>
          </a:xfrm>
          <a:prstGeom prst="rect">
            <a:avLst/>
          </a:prstGeom>
          <a:solidFill>
            <a:srgbClr val="2A2A2A"/>
          </a:solidFill>
          <a:ln w="1905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Business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691640"/>
            <a:ext cx="274320" cy="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914400"/>
            <a:ext cx="265176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417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+ Kafka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8595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97480"/>
            <a:ext cx="54864" cy="74980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BUS  —  USER_REGISTERED  ·  LISTING_CREATED  ·  MESSAGE_SENT  ·  NOTIFICATION_SEND  ·  SEARCH_REQUESTED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657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 CDN)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365760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3657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(Cache)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657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365760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365760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5720" cy="4572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3.x + Dart 3.x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92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(State Mgmt)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68296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flutter_map (OpenStreetMap)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43784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37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geolocator (GPS)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19272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– Poppins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14400"/>
            <a:ext cx="45720" cy="4572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5.x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892808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92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2368296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368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2843784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8437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319272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319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3794760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(Security)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19191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914400"/>
            <a:ext cx="45720" cy="4572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4173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(Database)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1892808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892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(KafkaJS)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2368296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3682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ioredis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2843784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8437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(Media CDN)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3319272"/>
            <a:ext cx="2651760" cy="45720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33192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26480" y="3794760"/>
            <a:ext cx="265176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794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+ dotenv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METHODOLOGY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S1  Weeks 1–2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990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Project setup &amp; config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562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DB schema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134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 module (JWT)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706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706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Flutter scaffolding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S2  Weeks 3–4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990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990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Service listing CRUD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8562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8562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GPS map integration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3134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3134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Profile management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706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7706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Kafka event bus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S3  Weeks 5–6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3990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3990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Messaging system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18562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8562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Reviews &amp; ratings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313432"/>
            <a:ext cx="26517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3134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Notifications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2770632"/>
            <a:ext cx="2651760" cy="429768"/>
          </a:xfrm>
          <a:prstGeom prst="rect">
            <a:avLst/>
          </a:prstGeom>
          <a:solidFill>
            <a:srgbClr val="EBEBE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70632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QA &amp; testing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429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29000"/>
            <a:ext cx="2651760" cy="5486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20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931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backlog &amp; priorities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0" y="3429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3429000"/>
            <a:ext cx="2651760" cy="5486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520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91840" y="3931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ceremonies, removes blockers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26480" y="34290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429000"/>
            <a:ext cx="2651760" cy="54864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5204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39319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Node.js, DB, DevOps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SYSTEM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dashboards for Service Providers and Employers with role-specific features and onboarding.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14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MAP 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44475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OpenStreetMap with live provider (orange) and employer (green) markers and proximity search.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914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9875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LISTINGS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44475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publish offers with category, fixed/hourly/daily pricing, images, and GPS location.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564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conversation threads with timeago timestamps connecting providers and employers.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4564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Employer-submitted star ratings and comments build provider reputation and trust scores.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5029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2999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456432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Kafka-powered system for new messages, profile views, and nearby search match alerts.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PRISMA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userType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lat/lng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skills[], rating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SERVICEOFFER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4081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(FK)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709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3134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images[], isAvailable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4081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reviewerId, receiverId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709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comment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8036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3741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senderId, content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288036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3741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type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83280" y="36758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body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isRead, createdAt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2880360"/>
            <a:ext cx="26517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SEARCHHISTORY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33741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query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67588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lat/lng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1919"/>
          </a:solidFill>
          <a:ln w="12700">
            <a:solidFill>
              <a:srgbClr val="1919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API COVERAGE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20240" cy="457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875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914400"/>
            <a:ext cx="1920240" cy="457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9875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2024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14400"/>
            <a:ext cx="1920240" cy="457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875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20240" cy="1280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914400"/>
            <a:ext cx="1920240" cy="457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9875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F1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72084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59152"/>
          <a:ext cx="8595360" cy="260604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402336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C8F135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C8F135"/>
                          </a:solidFill>
                        </a:rPr>
                        <a:t>AUTH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00" kern="0" dirty="0">
                          <a:solidFill>
                            <a:srgbClr val="C8F135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POST /api/auth/register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Register user + JWT token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POST /api/auth/login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Login with email/password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GET  /api/services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List services (with filters)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POST /api/services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Create new listing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GET  /api/users/:id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Get user profile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POST /api/messages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Send message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POST /api/reviews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Submit 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GET  /api/notifications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Get notifications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64008" cy="8869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CONFIGURATION COMPLEXITY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201168" cy="20116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1673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centralized eventBus.ts with a unified TOPICS registry and standardized producer/consumer factory functions.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64008" cy="8869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751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 ON EMULATORS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201168" cy="20116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30428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demo lat/lng data via SharedPreferences during development; validated GPS on physical devices.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85953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07792"/>
            <a:ext cx="64008" cy="8869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VS. MIGRATION MISMATCH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01168" cy="20116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9184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prisma migrate dev to regenerate migration files fully aligned with the evolved schema.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859536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95344"/>
            <a:ext cx="64008" cy="8869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02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FLUTTER UI DIFFERENCES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79392"/>
            <a:ext cx="201168" cy="20116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27939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platform-specific widgets with custom Flutter widgets for consistent cross-platform rendering.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0"/>
            <a:ext cx="0" cy="514350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65836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Outcomes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28800"/>
            <a:ext cx="45720" cy="38404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288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user stories completed across 3 sprints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267712"/>
            <a:ext cx="45720" cy="38404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677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Flutter + Node.js + PostgreSQL + Kafka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706624"/>
            <a:ext cx="45720" cy="38404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066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discovery with OpenStreetMap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45536"/>
            <a:ext cx="45720" cy="38404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455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notifications via Apache Kafka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584448"/>
            <a:ext cx="45720" cy="38404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84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test cases passed during QA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F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RECOMMENDATIONS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828800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828800"/>
            <a:ext cx="45720" cy="384048"/>
          </a:xfrm>
          <a:prstGeom prst="rect">
            <a:avLst/>
          </a:prstGeom>
          <a:solidFill>
            <a:srgbClr val="8FAF20"/>
          </a:solidFill>
          <a:ln w="12700">
            <a:solidFill>
              <a:srgbClr val="8FAF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288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real-time messaging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267712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267712"/>
            <a:ext cx="45720" cy="384048"/>
          </a:xfrm>
          <a:prstGeom prst="rect">
            <a:avLst/>
          </a:prstGeom>
          <a:solidFill>
            <a:srgbClr val="8FAF20"/>
          </a:solidFill>
          <a:ln w="12700">
            <a:solidFill>
              <a:srgbClr val="8FAF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26771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(FR/EN)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706624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706624"/>
            <a:ext cx="45720" cy="384048"/>
          </a:xfrm>
          <a:prstGeom prst="rect">
            <a:avLst/>
          </a:prstGeom>
          <a:solidFill>
            <a:srgbClr val="8FAF20"/>
          </a:solidFill>
          <a:ln w="12700">
            <a:solidFill>
              <a:srgbClr val="8FAF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7066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/ Orange Money integration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145536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145536"/>
            <a:ext cx="45720" cy="384048"/>
          </a:xfrm>
          <a:prstGeom prst="rect">
            <a:avLst/>
          </a:prstGeom>
          <a:solidFill>
            <a:srgbClr val="8FAF20"/>
          </a:solidFill>
          <a:ln w="12700">
            <a:solidFill>
              <a:srgbClr val="8FAF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1455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geospatial queries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41148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584448"/>
            <a:ext cx="45720" cy="384048"/>
          </a:xfrm>
          <a:prstGeom prst="rect">
            <a:avLst/>
          </a:prstGeom>
          <a:solidFill>
            <a:srgbClr val="8FAF20"/>
          </a:solidFill>
          <a:ln w="12700">
            <a:solidFill>
              <a:srgbClr val="8FAF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5844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provider recommendations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553712"/>
            <a:ext cx="8595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  |  Active Youths © 2026  |  Spring Software Architecture  ·  Group 40  |  Leudjou N. Maxime  ·  Joy A. Chebegwen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Active Youths – JeunesseActive</dc:title>
  <dc:subject>PptxGenJS Presentation</dc:subject>
  <dc:creator>PptxGenJS</dc:creator>
  <cp:lastModifiedBy>PptxGenJS</cp:lastModifiedBy>
  <cp:revision>1</cp:revision>
  <dcterms:created xsi:type="dcterms:W3CDTF">2026-06-05T21:11:35Z</dcterms:created>
  <dcterms:modified xsi:type="dcterms:W3CDTF">2026-06-05T21:11:35Z</dcterms:modified>
</cp:coreProperties>
</file>